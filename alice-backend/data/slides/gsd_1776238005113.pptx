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a brief welcome, introduce the agenda, and set expectations for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core concept and value proposition of GSD in simple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most impactful features and how they solve client pain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Showcase real-world applications and client success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clear call to action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SS_BRANDED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54B9B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Client Demo Overview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6400800"/>
            <a:ext cx="2103120" cy="3657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320040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4B112C">
              <a:alpha val="1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Client Demo Overview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4B9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Efficiency Through Innovation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&amp;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GSD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benefits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&amp; client impact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walkthrough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session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GSD?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stands for Get Stuff Done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task automation platform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your existing tools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repetitive workflows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with your business needs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18872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task prioritization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 dashboard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Customizable automation rules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team collaboration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compatibility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Use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teams: automate social media scheduling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streamline onboarding workflows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Sales: auto-generate follow-up emails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support: ticket routing &amp; triage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IT: automate system maintenance tasks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18872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640080"/>
          </a:xfrm>
          <a:prstGeom prst="rect">
            <a:avLst/>
          </a:prstGeom>
          <a:solidFill>
            <a:srgbClr val="E517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personalized demo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our pricing options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for a free trial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our support team</a:t>
            </a:r>
            <a:endParaRPr lang="en-US" sz="1700" dirty="0"/>
          </a:p>
          <a:p>
            <a:pPr>
              <a:lnSpc>
                <a:spcPts val="2800"/>
              </a:lnSpc>
              <a:spcAft>
                <a:spcPts val="1000"/>
              </a:spcAft>
            </a:pPr>
            <a:r>
              <a:rPr lang="en-US" sz="1700" dirty="0">
                <a:solidFill>
                  <a:srgbClr val="D0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our monthly user community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Access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GSD Client Demo Overview</dc:title>
  <dc:subject>PptxGenJS Presentation</dc:subject>
  <dc:creator>Access Group — GSD</dc:creator>
  <cp:lastModifiedBy>Access Group — GSD</cp:lastModifiedBy>
  <cp:revision>1</cp:revision>
  <dcterms:created xsi:type="dcterms:W3CDTF">2026-04-15T07:26:45Z</dcterms:created>
  <dcterms:modified xsi:type="dcterms:W3CDTF">2026-04-15T07:26:45Z</dcterms:modified>
</cp:coreProperties>
</file>
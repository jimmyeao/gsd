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a warm welcome and set the tone for the presentation. Use a background graphic of a team collaborating to emphasize collaboration and innovation.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simple infographic showing GSD's timeline, services, and industries served. Emphasize our mission and values to build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mock-up of the platform interface during the demo. Use a video or animation to illustrate how the dashboard updates in real-time.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client logos and brief testimonials. Display a bar chart comparing pre- and post-GSD performance metrics for visual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call to action. Use a graphic of a roadmap or a handshake to symbolize partnership and progress. Encourage questions and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CESS_BRANDED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5173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54B9B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GSD Client Demo Overview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6400800"/>
            <a:ext cx="2103120" cy="3657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320040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286000"/>
            <a:ext cx="12188952" cy="2560320"/>
          </a:xfrm>
          <a:prstGeom prst="rect">
            <a:avLst/>
          </a:prstGeom>
          <a:solidFill>
            <a:srgbClr val="4B112C">
              <a:alpha val="1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3774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GSD Client Demo Overview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31520" y="3657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4B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Streamlining Solutions with Precision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640080"/>
          </a:xfrm>
          <a:prstGeom prst="rect">
            <a:avLst/>
          </a:prstGeom>
          <a:solidFill>
            <a:srgbClr val="E517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&amp; 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GSD and our mission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 core services and capabilities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of key client success stories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of our platform features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and next steps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640080"/>
          </a:xfrm>
          <a:prstGeom prst="rect">
            <a:avLst/>
          </a:prstGeom>
          <a:solidFill>
            <a:srgbClr val="E517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GSD: Who We Are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 in 2015 to solve complex business challenges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Expertise in data analytics, automation, and AI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clients across multiple industries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to delivering measurable results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team: experienced, certified, and driven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640080"/>
          </a:xfrm>
          <a:prstGeom prst="rect">
            <a:avLst/>
          </a:prstGeom>
          <a:solidFill>
            <a:srgbClr val="E517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Platform in Action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dashboards for performance tracking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insights for smarter decisions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integration with existing systems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Customizable workflows for your business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solutions for growing needs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640080"/>
          </a:xfrm>
          <a:prstGeom prst="rect">
            <a:avLst/>
          </a:prstGeom>
          <a:solidFill>
            <a:srgbClr val="E517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Success Stories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A: 40% efficiency boost in operations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B: 25% reduction in processing time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C: 30% increase in customer satisfaction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solutions for each client's unique needs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partnerships driven by results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640080"/>
          </a:xfrm>
          <a:prstGeom prst="rect">
            <a:avLst/>
          </a:prstGeom>
          <a:solidFill>
            <a:srgbClr val="E517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&amp; Q&amp;A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your specific needs and goals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 personalized demo session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with a pilot project or full rollout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support and onboarding team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build something impactful together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Access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GSD Client Demo Overview</dc:title>
  <dc:subject>PptxGenJS Presentation</dc:subject>
  <dc:creator>Access Group — GSD</dc:creator>
  <cp:lastModifiedBy>Access Group — GSD</cp:lastModifiedBy>
  <cp:revision>1</cp:revision>
  <dcterms:created xsi:type="dcterms:W3CDTF">2026-04-14T23:06:10Z</dcterms:created>
  <dcterms:modified xsi:type="dcterms:W3CDTF">2026-04-14T23:06:10Z</dcterms:modified>
</cp:coreProperties>
</file>
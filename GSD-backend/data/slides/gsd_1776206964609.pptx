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the agenda. Briefly explain the purpose of the demo and what will be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GSD and explain its core principles. Highlight how it helps clients achieve their goals efficiently.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benefits of GSD for the client's specific business. Tailor the points to their industry or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GSD process. Use a real-world example or case study to illustrate the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next steps for the client. Encourage them to take action and ask any final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D_DARK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09360"/>
            <a:ext cx="11274552" cy="2743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Client Demo Overview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Client Demo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with Smart Solutions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&amp; 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GSD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Objectives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Overview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GSD?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stands for Get Stuff Done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performance-driven framework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measurable results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GSD for Your Business?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productivity and efficiency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teams around clear goals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 in real-time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GSD Works in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setting &amp; prioritization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check-ins &amp; progress tracking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reviews &amp; adjustments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follow-up meeting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GSD for your team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B0B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a pilot project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GSD Client Demo Overview</dc:title>
  <dc:subject>PptxGenJS Presentation</dc:subject>
  <dc:creator>GSD SlideAgent</dc:creator>
  <cp:lastModifiedBy>GSD SlideAgent</cp:lastModifiedBy>
  <cp:revision>1</cp:revision>
  <dcterms:created xsi:type="dcterms:W3CDTF">2026-04-14T22:49:24Z</dcterms:created>
  <dcterms:modified xsi:type="dcterms:W3CDTF">2026-04-14T22:49:24Z</dcterms:modified>
</cp:coreProperties>
</file>